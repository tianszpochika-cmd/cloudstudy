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EnglishFlow 产品与商业化方案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